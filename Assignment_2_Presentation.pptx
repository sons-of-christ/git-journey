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Git Fundamentals &amp; Pushing Code to Azure Repositories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Assignment 2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Importance of Git and Azure DevOps</a:t>
            </a:r>
          </a:p>
          <a:p>
            <a:pPr>
              <a:defRPr sz="2000"/>
            </a:pPr>
            <a:r>
              <a:t>Collaboration and version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Distributed version control system</a:t>
            </a:r>
          </a:p>
          <a:p>
            <a:pPr>
              <a:defRPr sz="2000"/>
            </a:pPr>
            <a:r>
              <a:t>Tracks source code changes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Problem Does Git Solve?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Prevents code loss</a:t>
            </a:r>
          </a:p>
          <a:p>
            <a:pPr>
              <a:defRPr sz="2000"/>
            </a:pPr>
            <a:r>
              <a:t>Supports teamwork</a:t>
            </a:r>
          </a:p>
          <a:p>
            <a:pPr>
              <a:defRPr sz="2000"/>
            </a:pPr>
            <a:r>
              <a:t>Tracks project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Tracks file changes</a:t>
            </a:r>
          </a:p>
          <a:p>
            <a:pPr>
              <a:defRPr sz="2000"/>
            </a:pPr>
            <a:r>
              <a:t>Allows restoring old versions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vs Centralized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Git is distributed</a:t>
            </a:r>
          </a:p>
          <a:p>
            <a:pPr>
              <a:defRPr sz="2000"/>
            </a:pPr>
            <a:r>
              <a:t>SVN is centralized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Git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Repository</a:t>
            </a:r>
          </a:p>
          <a:p>
            <a:pPr>
              <a:defRPr sz="2000"/>
            </a:pPr>
            <a:r>
              <a:t>Commit</a:t>
            </a:r>
          </a:p>
          <a:p>
            <a:pPr>
              <a:defRPr sz="2000"/>
            </a:pPr>
            <a:r>
              <a:t>Branch</a:t>
            </a:r>
          </a:p>
          <a:p>
            <a:pPr>
              <a:defRPr sz="2000"/>
            </a:pPr>
            <a:r>
              <a:t>Merge</a:t>
            </a:r>
          </a:p>
          <a:p>
            <a:pPr>
              <a:defRPr sz="2000"/>
            </a:pPr>
            <a:r>
              <a:t>Push &amp; Pull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git init</a:t>
            </a:r>
          </a:p>
          <a:p>
            <a:pPr>
              <a:defRPr sz="2000"/>
            </a:pPr>
            <a:r>
              <a:t>git add</a:t>
            </a:r>
          </a:p>
          <a:p>
            <a:pPr>
              <a:defRPr sz="2000"/>
            </a:pPr>
            <a:r>
              <a:t>git commit</a:t>
            </a:r>
          </a:p>
          <a:p>
            <a:pPr>
              <a:defRPr sz="2000"/>
            </a:pPr>
            <a:r>
              <a:t>git push</a:t>
            </a:r>
          </a:p>
          <a:p>
            <a:pPr>
              <a:defRPr sz="2000"/>
            </a:pPr>
            <a:r>
              <a:t>git pull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Microsoft development platform</a:t>
            </a:r>
          </a:p>
          <a:p>
            <a:pPr>
              <a:defRPr sz="2000"/>
            </a:pPr>
            <a:r>
              <a:t>Supports project collaboration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Azure Repos</a:t>
            </a:r>
          </a:p>
          <a:p>
            <a:pPr>
              <a:defRPr sz="2000"/>
            </a:pPr>
            <a:r>
              <a:t>Azure Boards</a:t>
            </a:r>
          </a:p>
          <a:p>
            <a:pPr>
              <a:defRPr sz="2000"/>
            </a:pPr>
            <a:r>
              <a:t>Azure Pipelines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Repos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Git repository hosting service</a:t>
            </a:r>
          </a:p>
          <a:p>
            <a:pPr>
              <a:defRPr sz="2000"/>
            </a:pPr>
            <a:r>
              <a:t>Integrates with Git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vs Azure Repos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Cloud hosting</a:t>
            </a:r>
          </a:p>
          <a:p>
            <a:pPr>
              <a:defRPr sz="2000"/>
            </a:pPr>
            <a:r>
              <a:t>Enterprise tools</a:t>
            </a:r>
          </a:p>
          <a:p>
            <a:pPr>
              <a:defRPr sz="2000"/>
            </a:pPr>
            <a:r>
              <a:t>Local repositories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Create project</a:t>
            </a:r>
          </a:p>
          <a:p>
            <a:pPr>
              <a:defRPr sz="2000"/>
            </a:pPr>
            <a:r>
              <a:t>Clone repo</a:t>
            </a:r>
          </a:p>
          <a:p>
            <a:pPr>
              <a:defRPr sz="2000"/>
            </a:pPr>
            <a:r>
              <a:t>Commit changes</a:t>
            </a:r>
          </a:p>
          <a:p>
            <a:pPr>
              <a:defRPr sz="2000"/>
            </a:pPr>
            <a:r>
              <a:t>Push to Azure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Git improves version control</a:t>
            </a:r>
          </a:p>
          <a:p>
            <a:pPr>
              <a:defRPr sz="2000"/>
            </a:pPr>
            <a:r>
              <a:t>Azure DevOps improves collaboration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