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50 Test Cases Executed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1F6F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38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96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Pass</c:v>
                  </c:pt>
                  <c:pt idx="1">
                    <c:v>Fail</c:v>
                  </c:pt>
                  <c:pt idx="2">
                    <c:v>Blocked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Defects by Severity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382C"/>
              </a:solidFill>
              <a:effectLst/>
            </c:spPr>
          </c:dPt>
          <c:dPt>
            <c:idx val="1"/>
            <c:bubble3D val="0"/>
            <c:spPr>
              <a:solidFill>
                <a:srgbClr val="C9962C"/>
              </a:solidFill>
              <a:effectLst/>
            </c:spPr>
          </c:dPt>
          <c:dPt>
            <c:idx val="2"/>
            <c:bubble3D val="0"/>
            <c:spPr>
              <a:solidFill>
                <a:srgbClr val="1F6F6F"/>
              </a:solidFill>
              <a:effectLst/>
            </c:spPr>
          </c:dPt>
          <c:dPt>
            <c:idx val="3"/>
            <c:bubble3D val="0"/>
            <c:spPr>
              <a:solidFill>
                <a:srgbClr val="9FB3C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Major</c:v>
                </c:pt>
                <c:pt idx="2">
                  <c:v>Minor</c:v>
                </c:pt>
                <c:pt idx="3">
                  <c:v>Trivial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ParaBank Individual STLC Journey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Discovery to Release Decision — A Six-Phase QA Engagement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611880"/>
            <a:ext cx="2926080" cy="0"/>
          </a:xfrm>
          <a:prstGeom prst="line">
            <a:avLst/>
          </a:prstGeom>
          <a:noFill/>
          <a:ln w="19050">
            <a:solidFill>
              <a:srgbClr val="3A51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794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Kamogelo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0"/>
                </a:solidFill>
              </a:rPr>
              <a:t>Junior QA Analyst  |  ABC Consulting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3"/>
                </a:solidFill>
              </a:rPr>
              <a:t>System Under Test: ParaBank Online Banking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in 15 Minutes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Engagement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3134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Scope, approach, and constraints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52360" y="1874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The Six-Phase Journey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52360" y="23134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Discovery through Release 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474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39136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Execution results and defects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52360" y="3474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Quality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39136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What the numbers tell 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029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828800" y="50749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Release Recommendation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55138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GO / NO-GO and why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89204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029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52360" y="50749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Lessons &amp; Next Steps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551383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</a:rPr>
              <a:t>What we'd do differently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STLC phases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wks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QA analyst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2514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modules tested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System Under Test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ParaBank — Parasoft's online banking demo application (parabank.parasoft.com), simulating registration, login, account management, transfers, bill pay, and lending workflows.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Approach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A full Software Testing Life Cycle, applied end-to-end by a single QA analyst: risk-based prioritization ensured the highest financial- and security-impact features received the deepest coverage within a tight two-week window.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Discovery &amp; Requirements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a System With No Documentation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</a:rPr>
              <a:t>No formal requirements existed — everything had to be derived through hands-on exploration.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</a:rPr>
              <a:t>Functional requirements documented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</a:rPr>
              <a:t>Non-functional requirements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977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</a:rPr>
              <a:t>Modules analyzed for business value &amp;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8006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2"/>
                </a:solidFill>
              </a:rPr>
              <a:t>Stakeholder clarification questions prepared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962C"/>
                </a:solidFill>
              </a:rPr>
              <a:t>Key output: a risk register and requirement gap list that would go on to predict 4 of the 11 real defects found in later testing.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Building the Test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Risk Into a Testing Plan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F"/>
                </a:solidFill>
              </a:rPr>
              <a:t>In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Registration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Login / Logout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Open New Account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Transfer Funds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Bill Pay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Request Loan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6F"/>
                </a:solidFill>
              </a:rPr>
              <a:t>Risk-Based Priority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194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78040" y="21945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</a:rPr>
              <a:t>Login, Transfer Funds, Bill Pay, Account Overview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88036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880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8803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</a:rPr>
              <a:t>Open New Account, Request Loan, Registration, Find Transactions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356616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566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35661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</a:rPr>
              <a:t>Update Contact Information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962C"/>
                </a:solidFill>
              </a:rPr>
              <a:t>Single-tester, two-week engagement — every planning decision had to be defensible under a real resource constraint.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Test Design &amp; Coverage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Tests That Actually Prove Something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</a:rPr>
              <a:t>test scenarios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74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</a:rPr>
              <a:t>test cases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74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</a:rPr>
              <a:t>requirements traced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0" y="17830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874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2"/>
                </a:solidFill>
              </a:rPr>
              <a:t>requirements covered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Boundary Value Analysis &amp; Equivalence Partitioning applied to every numeric field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Decision tables modeled login outcomes and loan approval logic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Requirements Traceability Matrix honestly flagged 25% of requirements as not covered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Quality Preparation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We Actually Ready to Test?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 data records prepared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9202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environment readiness checks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202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21040" y="26517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test accounts strategized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</a:rPr>
              <a:t>A Traceability Audit caught a real gap before execution: Open New Account had zero prepared test data.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That flagged gap wasn't just paperwork — it directly caused 2 blocked test cases in Phase 5, proving the audit process worked.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6F6F"/>
                </a:solidFill>
              </a:rPr>
              <a:t>Readiness call: Conditional YES — begin on the highest-risk modules while remaining items resolve in parallel.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Quality Investigation — Execution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the Application to the Test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1920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9224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</a:rPr>
              <a:t>Pass rate — every core happy-path workflow (register, log in, transfer, pay a bill, apply for a loan) works correctly.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92240" y="39319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5 structured exploratory testing missions were also run — finding defect classes scripted testing could not, including a session-security issue.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Quality Investigation — Defects Found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Defects, Concentrated Where It Matters Most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37360"/>
          <a:ext cx="4846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192024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Every Critical defect involved direct financial risk or session security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Highest concentration: Transfer Funds — matching its Phase 2 High-risk ranking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4 of 11 defects trace straight back to Phase 1 requirement gaps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B2A32"/>
                </a:solidFill>
              </a:rPr>
              <a:t>2 of 3 Critical defects already fixed and retested to Closed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PHASE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11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3"/>
                </a:solidFill>
              </a:rPr>
              <a:t>Quality Advisory — 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Say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Pass 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188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Req. Coverage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9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Defect Density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3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28116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32"/>
                </a:solidFill>
              </a:rPr>
              <a:t>Open Critical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pattern across every phase: risk-based prioritization, set in Phase 2, correctly predicted exactly where the most serious defects would concentrate in Phase 5.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PHASE 6 — RELEASE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Recommendation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NO-GO — Conditional on One Remaining Defect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881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82% pass rate — this is not a broad quality failure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2 of 3 Critical defects already fixed and retested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1 Critical defect remains: loan approval logic can be bypassed with an invalid down payment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FFFFFF"/>
                </a:solidFill>
              </a:rPr>
              <a:t>Expected to move to GO as soon as that fix is confirmed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BEYOND THE BLOCKER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We're Carrying Forward, Eyes Open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" cy="868680"/>
          </a:xfrm>
          <a:prstGeom prst="roundRect">
            <a:avLst/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Two modules untested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0" y="178308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Find Transactions &amp; Update Contact Info — out of this engagement's scope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728" cy="868680"/>
          </a:xfrm>
          <a:prstGeom prst="roundRect">
            <a:avLst/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3464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Unconfirmed requirement gaps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283464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Loan threshold &amp; transfer boundary rules never formally confirmed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109728" cy="868680"/>
          </a:xfrm>
          <a:prstGeom prst="round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862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No performance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388620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No evidence response-time targets hold under real load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9728" cy="868680"/>
          </a:xfrm>
          <a:prstGeom prst="round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3776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6 lower-priority defects open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493776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</a:rPr>
              <a:t>Accepted with a committed post-release remediation timeline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PATH TO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Fix the loan validation gap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17373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Reject any request where down payment exceeds the requested amount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Retest the full boundary suite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27889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Confirm no adjacent case broke as a side effect of the fix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Client accepts known issues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384048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Sign off on the 6 remaining lower-priority defects with a timeline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F6F6F"/>
          </a:solidFill>
          <a:ln w="12700">
            <a:solidFill>
              <a:srgbClr val="1F6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</a:rPr>
              <a:t>Revisit the recommendation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489204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Expected outcome: GO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F"/>
                </a:solidFill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Journey Taught 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1B2A32"/>
                </a:solidFill>
              </a:rPr>
              <a:t>Requirement gaps flagged in Phase 1 weren't paperwork — they predicted 4 of the 11 real defects found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1B2A32"/>
                </a:solidFill>
              </a:rPr>
              <a:t>Risk-based prioritization from Phase 2 correctly forecast where Critical defects would cluster in Phase 5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1B2A32"/>
                </a:solidFill>
              </a:rPr>
              <a:t>A tracked gap (Phase 4's missing test data) had a traceable, real consequence (blocked tests in Phase 5)</a:t>
            </a:r>
            <a:endParaRPr lang="en-US" sz="1500" dirty="0"/>
          </a:p>
          <a:p>
            <a:pPr marL="342900" indent="-342900">
              <a:spcAft>
                <a:spcPts val="2200"/>
              </a:spcAft>
              <a:buSzPct val="100000"/>
              <a:buChar char="●"/>
            </a:pPr>
            <a:r>
              <a:rPr lang="en-US" sz="1500" dirty="0">
                <a:solidFill>
                  <a:srgbClr val="1B2A32"/>
                </a:solidFill>
              </a:rPr>
              <a:t>Exploratory testing found what scripted testing structurally could not — both approaches earned their place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962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</a:rPr>
              <a:t>Full findings across all six phases available in the complete STLC documentation 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3"/>
                </a:solidFill>
              </a:rPr>
              <a:t>Kamogelo — Junior QA Analyst, ABC Consulting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2026-08-02T17:12:20Z</dcterms:created>
  <dcterms:modified xsi:type="dcterms:W3CDTF">2026-08-02T17:12:20Z</dcterms:modified>
</cp:coreProperties>
</file>