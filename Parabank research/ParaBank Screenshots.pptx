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2449" autoAdjust="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8C88D-BA0F-CBB0-1E5A-65B8A343F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AD9D1-9B5E-1D99-15D5-F5985AC193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7E13A-D580-D99B-4CD1-0B80007E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1B31C-CBE9-4B8B-A21B-919F54BD02C0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12EE7-D85C-4AA5-A807-03B501C8A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C1EE9-BE64-0352-F13D-9972C4740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06C-D12F-43F8-B546-FD9536667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64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E9022-98A6-258C-BA57-5E164650C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6E57A-1B34-6AD3-9C29-60CAC215C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A3740-ACBE-3ED7-8284-9D0F9F7B8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1B31C-CBE9-4B8B-A21B-919F54BD02C0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CCD13-632D-9F28-C2BE-F3458C7C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C4C59-7EFA-005E-64EE-E8FCF19D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06C-D12F-43F8-B546-FD9536667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864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592D4-70C9-7557-5AE7-08292D86D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9BC02-0B94-2260-031C-D34776C6D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9DCE7-71E7-9A44-2806-8DA73A6A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1B31C-CBE9-4B8B-A21B-919F54BD02C0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FA03E-B164-6625-F9C2-503230001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1286E-F97B-A27B-033D-659412792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06C-D12F-43F8-B546-FD9536667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05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2B634-6D31-A8EF-2391-E55115E81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12407-E23B-86AD-18B2-695F3E1A8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F9781-D96B-D367-4614-EC1D8D751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21E8F-F373-E30A-9152-5835EB4A5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1B31C-CBE9-4B8B-A21B-919F54BD02C0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C410F-7856-E05A-9DE9-2FC6902A0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24961-AAE5-0AE5-2CF2-83577FD7D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06C-D12F-43F8-B546-FD9536667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4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6516C-0DDA-48D7-C803-64081CA08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00EBD-4DEB-7699-24F5-8410B852E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CF3F0-7CFD-1698-8868-855DC7A16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BBE78D-C92C-AF8D-968E-10CE2D469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9FC0C1-7E36-F783-28E7-CA9A3D381A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7FD392-F888-AC89-0009-615B258CD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1B31C-CBE9-4B8B-A21B-919F54BD02C0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FE7D49-3411-22D4-178D-92A6150E1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A8A17-8CF9-75F0-495B-9CFFBA906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06C-D12F-43F8-B546-FD9536667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48FE6-27BC-AB7B-0703-82DF27465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0AEDA5-89E1-0111-F5ED-1FF1C7B18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1B31C-CBE9-4B8B-A21B-919F54BD02C0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49C44-C9B0-1CF6-32DC-9C23A3CC4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BD37E-6DE2-9910-CC4E-24630CD14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06C-D12F-43F8-B546-FD9536667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815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B070A1-5BED-9157-2F24-A18C3AE67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1B31C-CBE9-4B8B-A21B-919F54BD02C0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70B83-D441-3327-A8A7-55359B894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79642-FD96-E55A-653D-EA694E0F6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06C-D12F-43F8-B546-FD9536667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27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DA041-078D-3C4A-ACFB-0867A26C7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8E4C2-21D2-E679-582D-29830BD44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4E755-A393-CD6D-E843-036B136A4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2B96E-E013-C31C-67A0-A71C2FE85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1B31C-CBE9-4B8B-A21B-919F54BD02C0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3F1A7-D461-F190-27B4-04F11A5E8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D582B-FE05-9C5D-7DFA-6043DD459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06C-D12F-43F8-B546-FD9536667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4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D047B-3C62-3B81-428B-B67B8143F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72E8BF-DC4B-A851-4827-6BEE3B067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90254-0057-AA42-F026-3E21736B0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D0FE9-FC16-0E9C-E9C1-071714F10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1B31C-CBE9-4B8B-A21B-919F54BD02C0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04853-36D7-CF93-C179-650CC0A17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3746E-356C-F682-B43D-A53C185CA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06C-D12F-43F8-B546-FD9536667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41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6D29-3D21-E835-5A8D-2865EEFDD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7B023-EE7A-2DA4-BC77-506E5933B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653B4-3D99-9A28-8A22-6EB0C84D6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1B31C-CBE9-4B8B-A21B-919F54BD02C0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11FA4-D756-6781-A608-03BD4D03B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FBC4A-C17D-8A31-5BD5-9EAE1EB1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06C-D12F-43F8-B546-FD9536667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13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BA47D8-40C3-FD87-313D-C8FD8044BC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CC79B-A924-3BAF-3A82-DD877777A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DE188-D7CC-AA0D-7B7D-CC9803D5D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1B31C-CBE9-4B8B-A21B-919F54BD02C0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A10F3-5F91-EDF4-B274-C5663067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3422C-7152-25D4-B581-B10DB100C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06C-D12F-43F8-B546-FD9536667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21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264651-F96F-F05A-06EE-63EF8F485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3A128-A8A1-A4CC-369C-5722717A1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C8341-9119-4783-76DA-3E6E881B90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1B31C-CBE9-4B8B-A21B-919F54BD02C0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73F32-7F5C-CCE8-764C-FB41ECEAD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0D98B-B1FC-D5C7-1210-322B94831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F406C-D12F-43F8-B546-FD9536667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4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125806-1B93-8414-B40E-E7EAEC7A7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56" y="1941342"/>
            <a:ext cx="11479237" cy="473647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019FA5F-2C4A-707B-B4A8-F7C1BD379F04}"/>
              </a:ext>
            </a:extLst>
          </p:cNvPr>
          <p:cNvSpPr/>
          <p:nvPr/>
        </p:nvSpPr>
        <p:spPr>
          <a:xfrm>
            <a:off x="787791" y="309489"/>
            <a:ext cx="10508566" cy="109728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9211EE-8D5E-8DE2-79BE-01CEF3CE3D32}"/>
              </a:ext>
            </a:extLst>
          </p:cNvPr>
          <p:cNvSpPr txBox="1"/>
          <p:nvPr/>
        </p:nvSpPr>
        <p:spPr>
          <a:xfrm>
            <a:off x="787791" y="309489"/>
            <a:ext cx="10508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Registration Screenshot</a:t>
            </a:r>
          </a:p>
        </p:txBody>
      </p:sp>
    </p:spTree>
    <p:extLst>
      <p:ext uri="{BB962C8B-B14F-4D97-AF65-F5344CB8AC3E}">
        <p14:creationId xmlns:p14="http://schemas.microsoft.com/office/powerpoint/2010/main" val="2519766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32557-45B8-84AC-A29B-8B4E168D1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Login and </a:t>
            </a:r>
            <a:r>
              <a:rPr lang="en-US" dirty="0" err="1"/>
              <a:t>AccountOverview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7E4CF7-1A90-8BD2-B26D-70E2D806B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1406770"/>
            <a:ext cx="11802794" cy="533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61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9E16A1-03E3-B075-7C1D-B0CD41738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549" y="1412453"/>
            <a:ext cx="6811451" cy="482088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3FBBD54-2E0D-7AD7-2B02-D9F3D1379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Opened new savings Account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B7B793-C21F-9912-4350-5BB5991EB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2453"/>
            <a:ext cx="5257800" cy="403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152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ABCA-BFAD-7E11-0365-F302A549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funds to Savings Account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187779-FDF3-3064-B5AE-E2777712B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6096000" cy="51673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736DFC-ED2B-A8DF-71FF-04DF24AC4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14462"/>
            <a:ext cx="6096000" cy="544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327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68E21-2505-537E-1A03-4D336145F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Bill Payment Workflow</a:t>
            </a:r>
            <a:br>
              <a:rPr lang="en-US" b="1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968F9A-DA0C-D9F3-E309-3C44914B0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7312"/>
            <a:ext cx="5772150" cy="55006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225279-B09F-D77D-811F-60840BD66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151" y="1300954"/>
            <a:ext cx="6419850" cy="555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04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B4337-5599-D8E3-1CA4-C666379D7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13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79C85-17E6-FD17-1E17-5A91DF85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03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A46C4-C600-7FFE-5BF2-A5CCFA16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0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A8DE-D15C-D6F9-5969-D0981C16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Defacts</a:t>
            </a:r>
            <a:r>
              <a:rPr lang="en-US" dirty="0"/>
              <a:t> found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C07023-F7B9-C622-F51C-FCB86C102F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44" t="11081" r="23473"/>
          <a:stretch>
            <a:fillRect/>
          </a:stretch>
        </p:blipFill>
        <p:spPr>
          <a:xfrm>
            <a:off x="126207" y="1677988"/>
            <a:ext cx="6929438" cy="50085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42E60E-DEA5-F822-248E-821D31A84DDB}"/>
              </a:ext>
            </a:extLst>
          </p:cNvPr>
          <p:cNvSpPr txBox="1"/>
          <p:nvPr/>
        </p:nvSpPr>
        <p:spPr>
          <a:xfrm>
            <a:off x="8601075" y="2043113"/>
            <a:ext cx="27527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website logged me out after 30+ minutes of being idle, not only that but my profile has been deleted along with its contents.</a:t>
            </a:r>
          </a:p>
        </p:txBody>
      </p:sp>
    </p:spTree>
    <p:extLst>
      <p:ext uri="{BB962C8B-B14F-4D97-AF65-F5344CB8AC3E}">
        <p14:creationId xmlns:p14="http://schemas.microsoft.com/office/powerpoint/2010/main" val="2772118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47</Words>
  <Application>Microsoft Office PowerPoint</Application>
  <PresentationFormat>Widescreen</PresentationFormat>
  <Paragraphs>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Login and AccountOverview</vt:lpstr>
      <vt:lpstr>Opened new savings Account</vt:lpstr>
      <vt:lpstr>Transfer funds to Savings Account </vt:lpstr>
      <vt:lpstr>Bill Payment Workflow </vt:lpstr>
      <vt:lpstr>PowerPoint Presentation</vt:lpstr>
      <vt:lpstr>PowerPoint Presentation</vt:lpstr>
      <vt:lpstr>PowerPoint Presentation</vt:lpstr>
      <vt:lpstr>Defacts found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Kamogelo  Sekhaolelo (Lubanzi Automation Academy)</dc:creator>
  <cp:lastModifiedBy>Kamogelo  Sekhaolelo (Lubanzi Automation Academy)</cp:lastModifiedBy>
  <cp:revision>9</cp:revision>
  <dcterms:created xsi:type="dcterms:W3CDTF">2026-07-27T09:34:47Z</dcterms:created>
  <dcterms:modified xsi:type="dcterms:W3CDTF">2026-07-27T12:06:38Z</dcterms:modified>
</cp:coreProperties>
</file>