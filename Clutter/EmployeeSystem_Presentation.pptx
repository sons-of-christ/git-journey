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2801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Employee Login &amp;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19202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Registration System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2743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Assessment 1  |  C# Console Application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663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Lubanzi  •  Think Automation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583680" y="-548640"/>
            <a:ext cx="3200400" cy="3200400"/>
          </a:xfrm>
          <a:prstGeom prst="ellipse">
            <a:avLst/>
          </a:prstGeom>
          <a:solidFill>
            <a:srgbClr val="1E2761">
              <a:alpha val="6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7920" y="2560320"/>
            <a:ext cx="2286000" cy="2286000"/>
          </a:xfrm>
          <a:prstGeom prst="ellipse">
            <a:avLst/>
          </a:prstGeom>
          <a:solidFill>
            <a:srgbClr val="1E3A5F">
              <a:alpha val="5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0" y="4572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C#</a:t>
            </a:r>
            <a:endParaRPr lang="en-US" sz="7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This Program Do?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5087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286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2788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store employee details in memory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128016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50876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2286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474720" y="2788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credentials and display employee profile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63640" y="128016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50876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63640" y="2286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 All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6400800" y="2788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every registered employee in the system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11480" y="46177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C# console application with in-memory storage — no files or databases required.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Employee Class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47088"/>
            <a:ext cx="3749040" cy="274320"/>
          </a:xfrm>
          <a:prstGeom prst="rect">
            <a:avLst/>
          </a:prstGeom>
          <a:solidFill>
            <a:srgbClr val="EEF3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288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/ Surname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18288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176272"/>
            <a:ext cx="37490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579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21579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505456"/>
            <a:ext cx="3749040" cy="274320"/>
          </a:xfrm>
          <a:prstGeom prst="rect">
            <a:avLst/>
          </a:prstGeom>
          <a:solidFill>
            <a:srgbClr val="EEF3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4871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24871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37490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8163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28163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163824"/>
            <a:ext cx="3749040" cy="274320"/>
          </a:xfrm>
          <a:prstGeom prst="rect">
            <a:avLst/>
          </a:prstGeom>
          <a:solidFill>
            <a:srgbClr val="EEF3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14553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26080" y="314553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493008"/>
            <a:ext cx="37490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4747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26080" y="34747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string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822192"/>
            <a:ext cx="3749040" cy="274320"/>
          </a:xfrm>
          <a:prstGeom prst="rect">
            <a:avLst/>
          </a:prstGeom>
          <a:solidFill>
            <a:srgbClr val="EEF3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80390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EmployeeID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926080" y="380390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(private set)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151376"/>
            <a:ext cx="37490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1330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IsActive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926080" y="413308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1234440"/>
            <a:ext cx="40690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0060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Modifiers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00600" y="1874520"/>
            <a:ext cx="822960" cy="292608"/>
          </a:xfrm>
          <a:prstGeom prst="rect">
            <a:avLst>
              <a:gd name="adj" fmla="val 15625"/>
            </a:avLst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1874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715000" y="18745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class — only this project can use it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00600" y="2578608"/>
            <a:ext cx="822960" cy="292608"/>
          </a:xfrm>
          <a:prstGeom prst="rect">
            <a:avLst>
              <a:gd name="adj" fmla="val 15625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25786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715000" y="257860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readable properties (Name, Age, Salary…)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00600" y="3282696"/>
            <a:ext cx="822960" cy="292608"/>
          </a:xfrm>
          <a:prstGeom prst="rect">
            <a:avLst>
              <a:gd name="adj" fmla="val 15625"/>
            </a:avLst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2826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715000" y="328269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_password field — never exposed directly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00600" y="3986784"/>
            <a:ext cx="822960" cy="292608"/>
          </a:xfrm>
          <a:prstGeom prst="rect">
            <a:avLst>
              <a:gd name="adj" fmla="val 15625"/>
            </a:avLst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9867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 set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715000" y="398678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EmployeeID — read only, set inside constructor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Types Used &amp; Why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83210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80160"/>
            <a:ext cx="1188720" cy="804672"/>
          </a:xfrm>
          <a:prstGeom prst="rect">
            <a:avLst>
              <a:gd name="adj" fmla="val 1363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1188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135331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Name, Surname, Role, Username, Password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83080" y="1682496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Text values — no arithmetic needed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194560"/>
            <a:ext cx="83210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194560"/>
            <a:ext cx="1188720" cy="804672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12848"/>
            <a:ext cx="1188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226771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Age, EmployeeID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2596896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Whole numbers — an age of 28.5 makes no sense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108960"/>
            <a:ext cx="83210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108960"/>
            <a:ext cx="1188720" cy="804672"/>
          </a:xfrm>
          <a:prstGeom prst="rect">
            <a:avLst>
              <a:gd name="adj" fmla="val 13636"/>
            </a:avLst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127248"/>
            <a:ext cx="1188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318211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Salary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83080" y="3511296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Money needs exact precision — avoids floating-point rounding errors that double causes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4023360"/>
            <a:ext cx="83210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4023360"/>
            <a:ext cx="1188720" cy="804672"/>
          </a:xfrm>
          <a:prstGeom prst="rect">
            <a:avLst>
              <a:gd name="adj" fmla="val 13636"/>
            </a:avLst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041648"/>
            <a:ext cx="1188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783080" y="409651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IsActive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83080" y="4425696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Simple true/false state — is the account active or not?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Registration Flow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57200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280160"/>
            <a:ext cx="832104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02920" y="1362456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362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135331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name, surname, age, salary, role, username, password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1901952"/>
            <a:ext cx="8321040" cy="530352"/>
          </a:xfrm>
          <a:prstGeom prst="roundRect">
            <a:avLst>
              <a:gd name="adj" fmla="val 20690"/>
            </a:avLst>
          </a:prstGeom>
          <a:solidFill>
            <a:srgbClr val="F1F5FE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" y="198424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197510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age ≥ 18  →  if age &lt; 18: show error, ask again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1480" y="2523744"/>
            <a:ext cx="832104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02920" y="2606040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05840" y="259689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no empty fields  →  loop until all filled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11480" y="3145536"/>
            <a:ext cx="8321040" cy="530352"/>
          </a:xfrm>
          <a:prstGeom prst="roundRect">
            <a:avLst>
              <a:gd name="adj" fmla="val 20690"/>
            </a:avLst>
          </a:prstGeom>
          <a:solidFill>
            <a:srgbClr val="F1F5FE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02920" y="322783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3227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05840" y="3218688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username unique  →  if taken: show error, ask again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11480" y="3767328"/>
            <a:ext cx="832104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02920" y="3849624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05840" y="38404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Employee object, assign next available ID (starts at 1001)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11480" y="4389120"/>
            <a:ext cx="8321040" cy="530352"/>
          </a:xfrm>
          <a:prstGeom prst="roundRect">
            <a:avLst>
              <a:gd name="adj" fmla="val 20690"/>
            </a:avLst>
          </a:prstGeom>
          <a:solidFill>
            <a:srgbClr val="F1F5FE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02920" y="4471416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4471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005840" y="446227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List&lt;Employee&gt;  →  show success + Employee ID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11480" y="477316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Amber = validation step  🟢 Green = action step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 Flow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57200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234440"/>
            <a:ext cx="47548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371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Step-by-Step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847088"/>
            <a:ext cx="20116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1828800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username + password (password masked as ****)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2331720"/>
            <a:ext cx="20116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2313432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List&lt;Employee&gt; for matching username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816352"/>
            <a:ext cx="201168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2798064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found → show 'Username not found' error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3300984"/>
            <a:ext cx="20116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" y="3282696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found → call CheckPassword() on that employee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785616"/>
            <a:ext cx="201168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248" y="3767328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password wrong → show 'Incorrect password' error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4270248"/>
            <a:ext cx="20116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1248" y="4251960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correct → show welcome + call DisplayProfile()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349240" y="12344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1A2744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486400" y="1371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Password Masking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40680" y="18288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string ReadPassword()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440680" y="20391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440680" y="224942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pwd = "";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440680" y="245973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ConsoleKeyInfo k;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440680" y="26700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 {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440680" y="2880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 = Console.ReadKey(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440680" y="30906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intercept: true);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440680" y="330098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(k.Key != Enter)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440680" y="351129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pwd += k.KeyChar;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440680" y="37216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Console.Write("*"); }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440680" y="3931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while (k.Key != Enter);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440680" y="414223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pwd;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440680" y="435254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STATEMENTS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Statements Demonstrated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832104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6245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validation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77440" y="136245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(age &lt; 18)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92240" y="136245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Show error, loop back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819656"/>
            <a:ext cx="8321040" cy="457200"/>
          </a:xfrm>
          <a:prstGeom prst="roundRect">
            <a:avLst>
              <a:gd name="adj" fmla="val 24000"/>
            </a:avLst>
          </a:prstGeom>
          <a:solidFill>
            <a:srgbClr val="F1F5FE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90195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input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77440" y="190195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(string.IsNullOrWhiteSpace(input))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92240" y="190195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Show error, loop back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359152"/>
            <a:ext cx="832104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4414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taken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77440" y="244144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(UsernameExists(username))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92240" y="244144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Ask for different username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2898648"/>
            <a:ext cx="8321040" cy="457200"/>
          </a:xfrm>
          <a:prstGeom prst="roundRect">
            <a:avLst>
              <a:gd name="adj" fmla="val 24000"/>
            </a:avLst>
          </a:prstGeom>
          <a:solidFill>
            <a:srgbClr val="F1F5FE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298094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invalid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77440" y="298094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(!decimal.TryParse(sal, out salary) || salary &lt; 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92240" y="298094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Show error, loop back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3438144"/>
            <a:ext cx="832104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35204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not found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77440" y="35204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(found == null)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92240" y="35204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Show error, return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3977640"/>
            <a:ext cx="8321040" cy="457200"/>
          </a:xfrm>
          <a:prstGeom prst="roundRect">
            <a:avLst>
              <a:gd name="adj" fmla="val 24000"/>
            </a:avLst>
          </a:prstGeom>
          <a:solidFill>
            <a:srgbClr val="F1F5FE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405993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password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377440" y="405993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(!found.CheckPassword(password))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92240" y="405993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Show error, return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4517136"/>
            <a:ext cx="832104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459943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list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377440" y="459943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(employees.Count == 0)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92240" y="459943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Show 'no employees' message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In-Memory Storage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57200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23444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777240" cy="27432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8288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417320" y="1837944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List&lt;Employee&gt; employees = new List&lt;Employee&gt;()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8640" y="2322576"/>
            <a:ext cx="777240" cy="27432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32257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417320" y="233172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employees.Add(newEmployee)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2816352"/>
            <a:ext cx="777240" cy="27432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28163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417320" y="282549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loop to find by username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310128"/>
            <a:ext cx="777240" cy="27432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33101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417320" y="3319272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loop to print all employees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48640" y="3803904"/>
            <a:ext cx="777240" cy="27432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38039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417320" y="381304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employees.Count to check if empty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663440" y="1234440"/>
            <a:ext cx="4069080" cy="3566160"/>
          </a:xfrm>
          <a:prstGeom prst="roundRect">
            <a:avLst>
              <a:gd name="adj" fmla="val 3077"/>
            </a:avLst>
          </a:prstGeom>
          <a:solidFill>
            <a:srgbClr val="1A2744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80060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Example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00600" y="18288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Search the list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800600" y="202539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 found = null;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800600" y="22219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(Employee emp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800600" y="241858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in employees)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800600" y="261518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800600" y="28117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(emp.Username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4800600" y="300837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== username)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800600" y="320497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800600" y="34015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found = emp;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4800600" y="359816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break;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800600" y="37947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4800600" y="399135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800600" y="418795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4800600" y="43845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 result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4800600" y="458114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(found == null)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800600" y="47777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user not found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Cases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57200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280160"/>
            <a:ext cx="8321040" cy="402336"/>
          </a:xfrm>
          <a:prstGeom prst="roundRect">
            <a:avLst>
              <a:gd name="adj" fmla="val 27273"/>
            </a:avLst>
          </a:prstGeom>
          <a:solidFill>
            <a:srgbClr val="F0FFF8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353312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33502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60120" y="133502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valid data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166360" y="133502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Success + Employee ID shown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11480" y="1755648"/>
            <a:ext cx="8321040" cy="402336"/>
          </a:xfrm>
          <a:prstGeom prst="roundRect">
            <a:avLst>
              <a:gd name="adj" fmla="val 27273"/>
            </a:avLst>
          </a:prstGeom>
          <a:solidFill>
            <a:srgbClr val="FFF5F5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828800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181051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60120" y="181051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same username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166360" y="181051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Error: username already taken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11480" y="2231136"/>
            <a:ext cx="8321040" cy="402336"/>
          </a:xfrm>
          <a:prstGeom prst="roundRect">
            <a:avLst>
              <a:gd name="adj" fmla="val 27273"/>
            </a:avLst>
          </a:prstGeom>
          <a:solidFill>
            <a:srgbClr val="FFF5F5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2304288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2860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60120" y="22860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age 17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166360" y="22860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Error: must be 18 or older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11480" y="2706624"/>
            <a:ext cx="8321040" cy="402336"/>
          </a:xfrm>
          <a:prstGeom prst="roundRect">
            <a:avLst>
              <a:gd name="adj" fmla="val 27273"/>
            </a:avLst>
          </a:prstGeom>
          <a:solidFill>
            <a:srgbClr val="FFF5F5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" y="2779776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27614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60120" y="276148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empty name field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166360" y="276148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Error: field cannot be empty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11480" y="3182112"/>
            <a:ext cx="8321040" cy="402336"/>
          </a:xfrm>
          <a:prstGeom prst="roundRect">
            <a:avLst>
              <a:gd name="adj" fmla="val 27273"/>
            </a:avLst>
          </a:prstGeom>
          <a:solidFill>
            <a:srgbClr val="F0FFF8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48640" y="3255264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323697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960120" y="323697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correct credentials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166360" y="323697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Welcome message + profile shown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11480" y="3657600"/>
            <a:ext cx="8321040" cy="402336"/>
          </a:xfrm>
          <a:prstGeom prst="roundRect">
            <a:avLst>
              <a:gd name="adj" fmla="val 27273"/>
            </a:avLst>
          </a:prstGeom>
          <a:solidFill>
            <a:srgbClr val="FFF5F5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48640" y="3730752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48640" y="371246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960120" y="371246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wrong password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166360" y="37124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Error: incorrect password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11480" y="4133088"/>
            <a:ext cx="8321040" cy="402336"/>
          </a:xfrm>
          <a:prstGeom prst="roundRect">
            <a:avLst>
              <a:gd name="adj" fmla="val 27273"/>
            </a:avLst>
          </a:prstGeom>
          <a:solidFill>
            <a:srgbClr val="FFF5F5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48640" y="4206240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8640" y="418795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960120" y="418795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non-existent username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166360" y="418795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Error: username not found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11480" y="4608576"/>
            <a:ext cx="8321040" cy="402336"/>
          </a:xfrm>
          <a:prstGeom prst="roundRect">
            <a:avLst>
              <a:gd name="adj" fmla="val 27273"/>
            </a:avLst>
          </a:prstGeom>
          <a:solidFill>
            <a:srgbClr val="F0FFF8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548640" y="4681728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48640" y="466344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960120" y="46634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employees (populated)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5166360" y="46634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Lists every registered employee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= expected success   🔴 = expected error/validation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demonstrates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5544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C# OOP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05840" y="19019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class with constructor, methods, encapsulation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04872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3591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Encapsulation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005840" y="270662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password field accessed only via CheckPassword()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09544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316382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 Storage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0058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List&lt;Employee&gt; with Add, Search, and Display operations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014216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9684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1005840" y="43159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if statement checks covering all edge cases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5303520" y="1005840"/>
            <a:ext cx="1691640" cy="1645920"/>
          </a:xfrm>
          <a:prstGeom prst="roundRect">
            <a:avLst>
              <a:gd name="adj" fmla="val 6667"/>
            </a:avLst>
          </a:prstGeom>
          <a:solidFill>
            <a:srgbClr val="1A2744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5303520" y="128016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5200" dirty="0"/>
          </a:p>
        </p:txBody>
      </p:sp>
      <p:sp>
        <p:nvSpPr>
          <p:cNvPr id="19" name="Text 13"/>
          <p:cNvSpPr/>
          <p:nvPr/>
        </p:nvSpPr>
        <p:spPr>
          <a:xfrm>
            <a:off x="5303520" y="2029968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Properties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7178040" y="1005840"/>
            <a:ext cx="1691640" cy="1645920"/>
          </a:xfrm>
          <a:prstGeom prst="roundRect">
            <a:avLst>
              <a:gd name="adj" fmla="val 6667"/>
            </a:avLst>
          </a:prstGeom>
          <a:solidFill>
            <a:srgbClr val="1A2744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7178040" y="128016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5200" dirty="0"/>
          </a:p>
        </p:txBody>
      </p:sp>
      <p:sp>
        <p:nvSpPr>
          <p:cNvPr id="22" name="Text 16"/>
          <p:cNvSpPr/>
          <p:nvPr/>
        </p:nvSpPr>
        <p:spPr>
          <a:xfrm>
            <a:off x="7178040" y="2029968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Statement Checks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303520" y="2926080"/>
            <a:ext cx="1691640" cy="1645920"/>
          </a:xfrm>
          <a:prstGeom prst="roundRect">
            <a:avLst>
              <a:gd name="adj" fmla="val 6667"/>
            </a:avLst>
          </a:prstGeom>
          <a:solidFill>
            <a:srgbClr val="1A2744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5303520" y="32004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200" dirty="0"/>
          </a:p>
        </p:txBody>
      </p:sp>
      <p:sp>
        <p:nvSpPr>
          <p:cNvPr id="25" name="Text 19"/>
          <p:cNvSpPr/>
          <p:nvPr/>
        </p:nvSpPr>
        <p:spPr>
          <a:xfrm>
            <a:off x="5303520" y="3950208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178040" y="2926080"/>
            <a:ext cx="1691640" cy="1645920"/>
          </a:xfrm>
          <a:prstGeom prst="roundRect">
            <a:avLst>
              <a:gd name="adj" fmla="val 6667"/>
            </a:avLst>
          </a:prstGeom>
          <a:solidFill>
            <a:srgbClr val="1A2744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7178040" y="32004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200" dirty="0"/>
          </a:p>
        </p:txBody>
      </p:sp>
      <p:sp>
        <p:nvSpPr>
          <p:cNvPr id="28" name="Text 22"/>
          <p:cNvSpPr/>
          <p:nvPr/>
        </p:nvSpPr>
        <p:spPr>
          <a:xfrm>
            <a:off x="7178040" y="3950208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File to Submit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212080" y="47548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Assessment 1  |  Lubanzi  •  Think Automation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Login &amp; Registration System</dc:title>
  <dc:subject>PptxGenJS Presentation</dc:subject>
  <dc:creator>PptxGenJS</dc:creator>
  <cp:lastModifiedBy>PptxGenJS</cp:lastModifiedBy>
  <cp:revision>1</cp:revision>
  <dcterms:created xsi:type="dcterms:W3CDTF">2026-05-26T20:24:42Z</dcterms:created>
  <dcterms:modified xsi:type="dcterms:W3CDTF">2026-05-26T20:24:42Z</dcterms:modified>
</cp:coreProperties>
</file>