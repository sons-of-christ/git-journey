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Login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Assessment 1  |  C# Console 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Lubanzi  •  Think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Program Do?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1554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store employee details in memory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651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 and display the employee profile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3749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registered employee in the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C# — no files or databases. All data stored in memory.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Surname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084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38404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323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4323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79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7797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38404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1272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384048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22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822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(private set)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9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7480" y="41696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1737360"/>
            <a:ext cx="384048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810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18105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class — only this project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487168"/>
            <a:ext cx="384048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560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25603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readable properties (Name, Age…)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236976"/>
            <a:ext cx="384048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310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9320" y="331012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_password — never exposed outside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986784"/>
            <a:ext cx="384048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0599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 set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405993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— set only in constructor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Used &amp; Why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82296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35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3807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Name, Surname, Role, Username, Password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7282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Text values — no arithmetic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50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22951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Age, EmployeeID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6426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Whole numbers — an age of 28.5 makes no sense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644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32095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Salary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5570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Exact money precision — avoids rounding errors that double causes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78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41239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IsActive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44714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True/false state — is the account active?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8229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3560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name, surname, age, salary, role, username, password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574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391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age ≥ 18  —  if age &lt; 18: show error, ask again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67919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6609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no empty fields  —  loop until all filled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30098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2826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username is unique  —  if taken: show error, ask again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8229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92277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9044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object and assign next ID (starts at 1001)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54456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5262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List&lt;Employee&gt;  —  show success message + Employee ID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8229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username and password (password shown as ****)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39112"/>
            <a:ext cx="731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3911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List&lt;Employee&gt; for matching username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8229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60904"/>
            <a:ext cx="73152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60904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  →  show 'Username not found'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82696"/>
            <a:ext cx="731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82696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found  →  call CheckPassword() on that employee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13048"/>
            <a:ext cx="8229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04488"/>
            <a:ext cx="73152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04488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password wrong  →  show 'Incorrect password' error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26280"/>
            <a:ext cx="731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26280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correct  →  show welcome message + DisplayProfile()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success path   Red = error path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 Demonstrated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99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13990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&lt; 18)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0" y="1399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loop back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9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9293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(string.IsNullOrWhiteSpace(input))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9293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loop 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8229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97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taken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4597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(UsernameExists(username))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4597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 again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00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invalid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9900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(!decimal.TryParse(sal, out salary) || salary &lt; 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9900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loop 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8229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0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 found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3520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(found == null)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5204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return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50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40507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(!found.CheckPassword(password))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4050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error, return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5811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45811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(employees.Count == 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4581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 'no employees'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105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List&lt;Employee&gt; employees = new List&lt;Employee&gt;()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408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4086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employees.Add(newEmployee)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712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8712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loop — find by username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015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4015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loop — print all employees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319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9319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employees.Count — check if empty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Example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737360"/>
            <a:ext cx="384048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828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found = null;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0299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2311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(Employee emp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24323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 employees)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26334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28346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(emp.Username == username)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30358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2369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 = emp;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34381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36393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38404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4041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42428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(found == null)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83480" y="44439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user not found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822960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990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valid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1399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Success + Employee ID shown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1109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same username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9202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username already taken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822960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3230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414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age 17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441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must be 18 or older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5351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correct credentials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9626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Welcome message + profile shown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822960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747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48386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wrong password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4838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incorrect password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959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0050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non-existent username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4005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Error: username not found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53128"/>
            <a:ext cx="822960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1713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5262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employees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45262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Lists every registered employee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expected success   ✗ = expected error / validation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C# OOP — Employee class with constructor, methods and encapsulation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414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Encapsulation — private _password accessed only via CheckPassword()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0837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List&lt;Employee&gt; — Add, Search and Display operations in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753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7 if statement checks covering all validation and login edge cases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1737360" cy="868680"/>
          </a:xfrm>
          <a:prstGeom prst="rect">
            <a:avLst/>
          </a:prstGeom>
          <a:solidFill>
            <a:srgbClr val="162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462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3977640"/>
            <a:ext cx="1737360" cy="868680"/>
          </a:xfrm>
          <a:prstGeom prst="rect">
            <a:avLst/>
          </a:prstGeom>
          <a:solidFill>
            <a:srgbClr val="162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9776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4462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977640"/>
            <a:ext cx="1737360" cy="868680"/>
          </a:xfrm>
          <a:prstGeom prst="rect">
            <a:avLst/>
          </a:prstGeom>
          <a:solidFill>
            <a:srgbClr val="162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9776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4462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977640"/>
            <a:ext cx="1737360" cy="868680"/>
          </a:xfrm>
          <a:prstGeom prst="rect">
            <a:avLst/>
          </a:prstGeom>
          <a:solidFill>
            <a:srgbClr val="162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9776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4462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File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Login &amp; Registration System</dc:title>
  <dc:subject>PptxGenJS Presentation</dc:subject>
  <dc:creator>PptxGenJS</dc:creator>
  <cp:lastModifiedBy>PptxGenJS</cp:lastModifiedBy>
  <cp:revision>1</cp:revision>
  <dcterms:created xsi:type="dcterms:W3CDTF">2026-05-29T10:52:01Z</dcterms:created>
  <dcterms:modified xsi:type="dcterms:W3CDTF">2026-05-29T10:52:01Z</dcterms:modified>
</cp:coreProperties>
</file>