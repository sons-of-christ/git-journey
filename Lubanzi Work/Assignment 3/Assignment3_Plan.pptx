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109728" cy="2926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LUB-AC-003  ·  Software Development Assessment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 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Rough Draft Plan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1: Movie Ticket Booking System  ·  C# Console Application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6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42062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EAB308">
              <a:alpha val="2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4206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42062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4206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83480" y="42062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4206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42062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206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42062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4206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brief demands — mapped before you write a single line of code.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files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 · Booking · Theater · Program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0604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Modifiers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0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· private · protected · internal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60604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63640" y="17099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types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if-else · switch · for · while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260604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Structures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types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 (movies) · ArrayList (bookings)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2834640"/>
            <a:ext cx="2606040" cy="1234440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core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2900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· Book · List · Cancel · Search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Brief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off every requirement as you implement it. Don't code first — plan first.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105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the full assignment PDF carefully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494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every requirement: classes, modifiers, control flow, data structures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8833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ALL 4 access modifiers must appear (public, private, protected, internal)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272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Array AND ArrayList serve different roles — don't mix them up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566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Project 1: Movie Ticket Booking System is your chosen project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solidFill>
            <a:srgbClr val="EAB308">
              <a:alpha val="2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the Classes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solidFill>
            <a:srgbClr val="EAB308">
              <a:alpha val="12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paper or a notepad first. A 10-minute sketch saves 1 hour of debugging.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91440" cy="914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105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Movie.cs — fields, constructor, DisplayInfo(), access modifiers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91440" cy="914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494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Booking.cs — fields, constructor, CalculateTotal(), access modifiers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91440" cy="914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8833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Theater.cs — Movie[] array + ArrayList bookings + all feature methods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91440" cy="914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272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Program.cs — while loop + switch menu as the entry point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91440" cy="914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566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access modifier to a specific field/method before writing any code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the Project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compile with empty classes is your first milestone. Don't skip this.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105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C# Console App in Visual Studio or VS 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494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default Program.cs boilerplate content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8833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 new .cs files: Movie.cs, Booking.cs, Theater.cs, Program.cs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272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namespace MovieBookingSystem to every file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5661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project compiles with empty classes before adding any logic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~2–3 hours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Class by Class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compile after each class. Fix errors immediately before moving 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105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Movie.cs — private fields, public properties, constructor, DisplayInfo()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protected GetMovieSummary() and internal HasSeatsAvailable() to Movie.cs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883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Booking.cs — private fields, public properties, private CalculateTotal()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27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protected GetBookingType() and internal BelongsTo() to Booking.cs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93852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8105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Theater.cs — DisplayAllMovies() [for + Array], BookTickets() [if + ArrayList]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Theater.cs — ViewAllBookings() [for + ArrayList], CancelBooking() [ArrayList.Remove]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81635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6883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Theater.cs — SearchByGenre() [if + for], internal GenerateBookingID()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25526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127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— while(running) loop + switch(input) for all 6 menu options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Every Feature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cases: empty name input, 0 tickets, booking ID that doesn't exist.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105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 — does the menu display all 6 options correctly?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View all movies — do all entries show with correct details?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883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Book tickets — does it deduct seats and confirm with a booking ID?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27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Try to over-book — does it reject with a clear error message?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938528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8105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3: View bookings — does the new booking appear in the list?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4: Cancel booking — does it restore seats and remove the entry?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81635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6883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5: Search genre — try Action, Sci-Fi, Horror and a genre that doesn't exist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255264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127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invalid menu inputs (e.g. 'abc', '9') — does it handle gracefully?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2560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Checklist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solidFill>
            <a:srgbClr val="EC4899">
              <a:alpha val="1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item is unticked, go back and add it before submitting.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105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separate .cs files, each with the correct namespace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— methods/properties accessible from anywhere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883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private — all fields and helper methods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27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protected — at least one method in Movie and Booking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566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internal — at least one method in Movie, Booking, and Theater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33088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005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if-else — seat validation, input checks, search results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44398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switch — main menu in Program.cs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938528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8105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 loop — iterating movies array and bookings ArrayList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377440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24942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while loop — main program loop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816352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6883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Array — fixed movie catalog (Movie[])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255264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127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ArrayList — dynamic bookings list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3694176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566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Unique Booking ID generated per booking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4133088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4005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Total price calculated and displayed on confirmation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time: ~6–7 hours across all phases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54480" y="13258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Brief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453896"/>
            <a:ext cx="429768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453896"/>
            <a:ext cx="548640" cy="219456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33088" y="1325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Classes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002536"/>
            <a:ext cx="429768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002536"/>
            <a:ext cx="822960" cy="219456"/>
          </a:xfrm>
          <a:prstGeom prst="rect">
            <a:avLst/>
          </a:prstGeom>
          <a:solidFill>
            <a:srgbClr val="EAB308">
              <a:alpha val="7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18745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42316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Project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2551176"/>
            <a:ext cx="429768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551176"/>
            <a:ext cx="365760" cy="219456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0208" y="24231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9718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29718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Class by Class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3099816"/>
            <a:ext cx="429768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3099816"/>
            <a:ext cx="3200400" cy="219456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29718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~2–3 hrs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35204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Feature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0" y="3648456"/>
            <a:ext cx="429768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648456"/>
            <a:ext cx="822960" cy="219456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35204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06908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40690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Checklist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0" y="4197096"/>
            <a:ext cx="4297680" cy="2194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4197096"/>
            <a:ext cx="548640" cy="219456"/>
          </a:xfrm>
          <a:prstGeom prst="rect">
            <a:avLst/>
          </a:prstGeom>
          <a:solidFill>
            <a:srgbClr val="EC4899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33088" y="40690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min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3 – Movie Ticket Booking System Plan</dc:title>
  <dc:subject>PptxGenJS Presentation</dc:subject>
  <dc:creator>PptxGenJS</dc:creator>
  <cp:lastModifiedBy>PptxGenJS</cp:lastModifiedBy>
  <cp:revision>1</cp:revision>
  <dcterms:created xsi:type="dcterms:W3CDTF">2026-06-02T11:06:44Z</dcterms:created>
  <dcterms:modified xsi:type="dcterms:W3CDTF">2026-06-02T11:06:44Z</dcterms:modified>
</cp:coreProperties>
</file>